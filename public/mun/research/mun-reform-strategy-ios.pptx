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</a:defRPr>
            </a:pPr>
            <a:r>
              <a:t>MUN Reform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8E8E93"/>
                </a:solidFill>
              </a:defRPr>
            </a:pPr>
            <a:r>
              <a:t>Addressing Flaws in Institutional &amp; Simulation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AFF"/>
                </a:solidFill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Institutional &amp; Legal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E8E93"/>
                </a:solidFill>
              </a:defRPr>
            </a:pPr>
            <a:r>
              <a:t>Focus: Legitimacy, Data Security, &amp; Fiscal Accessibility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PDPA Compliance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Integrate formal data protection and appoint a DPO.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39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Operational Opacity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Publish Rubrics/RoP early; explain the 'why'.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Economic Gatekeeping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Early-bird tiers and needs-based scholarship funds.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Flawed Chair Selection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Codify public, merit-based selection processes.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669279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76071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Allocation Inequity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Standardized prioritization and transparent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AFF"/>
                </a:solidFill>
              </a:defRPr>
            </a:pPr>
            <a: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Academic &amp; Simulation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E8E93"/>
                </a:solidFill>
              </a:defRPr>
            </a:pPr>
            <a:r>
              <a:t>Focus: Eliminating 'Wikipedia Diplomacy'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Topic Stagnation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Prioritize modern, breaking global developments.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39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Agreement Loops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Select countries based on clashing 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Substandard Guides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Mandatory templates and Secretariat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Fiscal Realism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Required budgeting sections and fiscal impact statements.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AFF"/>
                </a:solidFill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Delegate Experience &amp;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E8E93"/>
                </a:solidFill>
              </a:defRPr>
            </a:pPr>
            <a:r>
              <a:t>Focus: Neurodiversity, Accessibility, &amp;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Cognitive Exhaustion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Strict caps on debate time + mandatory breaks.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39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Accessibility Gaps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Universal font access; sensory rooms and fidget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Subjective Bias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Bias-Limitation Training and objective tally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Logistical Waste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Transition to secure digital note-passing (InterMUN).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AFF"/>
                </a:solidFill>
              </a:defRPr>
            </a:pPr>
            <a:r>
              <a:t>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Execution &amp; Simulation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E8E93"/>
                </a:solidFill>
              </a:defRPr>
            </a:pPr>
            <a:r>
              <a:t>Focus: Professional Decorum &amp; Geopolitical Realism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AI Plagiarism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Enforce strict 'No-AI' policy for delegates.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39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Unprofessionalism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Formal Code of Conduct and mandated workshops.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Power Del' Bullies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Low-Profile Intervention training for Chairs.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Stance Abandonment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Codify national policy deviation in award eligibility.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669279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76071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Crisis Saturation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Cap traditional committees at one vetted update.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AFF"/>
                </a:solidFill>
              </a:defRPr>
            </a:pPr>
            <a:r>
              <a:t>PHASE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Evaluation &amp; Feedback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E8E93"/>
                </a:solidFill>
              </a:defRPr>
            </a:pPr>
            <a:r>
              <a:t>Focus: Closing the Accountability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Arbitrary Awards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Release comprehensive Award Rubrics pre-conference.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39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Silent Feedback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Mandatory 'exit ticket' feedback forms for delegates.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103601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Advisor Marginalization</a:t>
            </a:r>
          </a:p>
          <a:p>
            <a:pPr>
              <a:defRPr sz="1400">
                <a:solidFill>
                  <a:srgbClr val="1C1C1E"/>
                </a:solidFill>
              </a:defRPr>
            </a:pPr>
            <a:r>
              <a:t>Reform: Implement a 1 Advisor:2 Committees ratio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